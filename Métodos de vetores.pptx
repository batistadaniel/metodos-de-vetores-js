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Play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-regular.fntdata"/><Relationship Id="rId20" Type="http://schemas.openxmlformats.org/officeDocument/2006/relationships/slide" Target="slides/slide15.xml"/><Relationship Id="rId41" Type="http://schemas.openxmlformats.org/officeDocument/2006/relationships/font" Target="fonts/Play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1587eba6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1587eba6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587eba6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587eba6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1587eba6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1587eba6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1587eba6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1587eba6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1587eba6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1587eba6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1587eba6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1587eba6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1587eba6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1587eba6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1587eba69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1587eba69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1587eba69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1587eba69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1587eba69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1587eba69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1587eba69_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1587eba69_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1587eba69_3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1587eba69_3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1587eba69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1587eba69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1587eba69_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1587eba69_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1587eba69_3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1587eba69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1587eba69_3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1587eba69_3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1587eba69_3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1587eba69_3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1587eba69_3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1587eba69_3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1587eba69_3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1587eba69_3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1587eba69_3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1587eba69_3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1587eba69_3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1587eba69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1587eba69_3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1587eba69_3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1587eba69_3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1587eba69_3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1587eba69_3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1587eba69_3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1587eba69_3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1587eba69_3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1587eba69_3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1587eba69_3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1587eba69_3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1587eba69_3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1587eba69_3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1587eba69_3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1587eba69_3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1587eba69_3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1587eba69_3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1587eba69_3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1587eba69_3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d1587eba69_3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1587eba69_3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1587eba69_3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1587eba69_3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d1587eba69_3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509825"/>
            <a:ext cx="8520600" cy="109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1"/>
              <a:buFont typeface="Play"/>
              <a:buNone/>
            </a:pPr>
            <a:r>
              <a:rPr lang="pt-BR" sz="4000">
                <a:latin typeface="Play"/>
                <a:ea typeface="Play"/>
                <a:cs typeface="Play"/>
                <a:sym typeface="Play"/>
              </a:rPr>
              <a:t>Linguagem de Programação para Web I (Javascript)</a:t>
            </a:r>
            <a:endParaRPr sz="4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2044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Aluno: Daniel Batista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 ADS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Prof.: Marcio Araya</a:t>
            </a:r>
            <a:endParaRPr/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2356050" y="1604525"/>
            <a:ext cx="4431900" cy="65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pt-BR" sz="4000">
                <a:latin typeface="Play"/>
                <a:ea typeface="Play"/>
                <a:cs typeface="Play"/>
                <a:sym typeface="Play"/>
              </a:rPr>
              <a:t>Métodos de vetores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</a:t>
            </a:r>
            <a:r>
              <a:rPr lang="pt-BR"/>
              <a:t> length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&gt;length&lt;/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(arr.length); </a:t>
            </a:r>
            <a:r>
              <a:rPr lang="pt-BR" sz="13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3</a:t>
            </a:r>
            <a:endParaRPr sz="13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100"/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Quantidade de elementos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toString()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&gt;toString&lt;/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toString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()); </a:t>
            </a:r>
            <a:r>
              <a:rPr lang="pt-BR" sz="13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1,2,3</a:t>
            </a:r>
            <a:endParaRPr sz="13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Transforma em texto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at()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&gt;at&lt;/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at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3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1</a:t>
            </a:r>
            <a:endParaRPr sz="13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at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3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3</a:t>
            </a:r>
            <a:endParaRPr sz="13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Acessa posição (aceita negativo)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join()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&gt;join&lt;/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"1-2-3"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2"/>
                </a:solidFill>
              </a:rPr>
              <a:t>Junta com separador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pop()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&gt;pop&lt;/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()); </a:t>
            </a:r>
            <a:r>
              <a:rPr lang="pt-BR" sz="13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3     </a:t>
            </a:r>
            <a:endParaRPr sz="13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(arr); </a:t>
            </a:r>
            <a:r>
              <a:rPr lang="pt-BR" sz="13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[1, 2]</a:t>
            </a:r>
            <a:endParaRPr sz="13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Remove último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push()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&gt;push&lt;/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4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[1, 2, 3, 4]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Adiciona no final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shift</a:t>
            </a:r>
            <a:r>
              <a:rPr lang="pt-BR"/>
              <a:t>()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&gt;shift&lt;/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shift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1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[2, 3]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Remove o primeiro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unshift</a:t>
            </a:r>
            <a:r>
              <a:rPr lang="pt-BR"/>
              <a:t>()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&gt;unShift&lt;/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unshift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4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[0, 1, 2, 3]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Adiciona no começo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delete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&gt;delete&lt;/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arr[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]); </a:t>
            </a:r>
            <a:r>
              <a:rPr lang="pt-BR" sz="13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true</a:t>
            </a:r>
            <a:endParaRPr sz="13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(arr); </a:t>
            </a:r>
            <a:r>
              <a:rPr lang="pt-BR" sz="13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[1, empty, 3]</a:t>
            </a:r>
            <a:endParaRPr sz="13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Remove mas deixa “buraco” ⚠️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splice()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&gt;splice&lt;/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splice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[2, 3, 4]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[1]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Remove/adiciona/modifica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concat()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3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&gt;concat&lt;/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arr1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arr2 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(arr1.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concat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(arr2)); </a:t>
            </a:r>
            <a:r>
              <a:rPr lang="pt-BR" sz="13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[1, 2, 3, 4, 5, 6]</a:t>
            </a:r>
            <a:endParaRPr sz="13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(arr1); </a:t>
            </a:r>
            <a:r>
              <a:rPr lang="pt-BR" sz="13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[1, 2, 3]</a:t>
            </a:r>
            <a:endParaRPr sz="13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3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3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24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Junta arrays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flat()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&gt;flat&lt;/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flat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[1, 2, 3]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Achata arrays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slice()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&gt;slice&lt;/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slice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[2, 3]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Copia parte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map()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&gt;map&lt;/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[2, 4, 6, 8]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Cria novo array transformando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forEach()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&gt;forEach&lt;/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forEach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1, 2, 3, 4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Só percorre (não retorna)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filter()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&gt;filter&lt;/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[3, 4]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Filtra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reduce()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&gt;reduce&lt;/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reduce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soma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soma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10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5" name="Google Shape;175;p30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Acumula valores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every()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&gt;every&lt;/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every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true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2" name="Google Shape;182;p31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Todos passam?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some()</a:t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&gt;some&lt;/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some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true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" name="Google Shape;189;p32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Algum passa?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Spread (...) </a:t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&gt;Spread&lt;/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arr,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[1, 2, 3, 4, 5, 6, 7]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Google Shape;196;p33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Espalha elementos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indexOf()</a:t>
            </a:r>
            <a:r>
              <a:rPr lang="pt-BR"/>
              <a:t> </a:t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&gt;indexOf&lt;/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indexOf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2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3" name="Google Shape;203;p34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Primeiro índice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lastIndexOf()</a:t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&gt;lastIndexOf&lt;/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lastIndexOf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3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0" name="Google Shape;210;p35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Último índice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includes()</a:t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&gt;includes&lt;/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includes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true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7" name="Google Shape;217;p36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Existe?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find()</a:t>
            </a:r>
            <a:endParaRPr/>
          </a:p>
        </p:txBody>
      </p:sp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&gt;find&lt;/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find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3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4" name="Google Shape;224;p37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Retorna o valor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findIndex()</a:t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&gt;findIndex&lt;/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findIndex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2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" name="Google Shape;231;p38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Retorna índice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findLast()</a:t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&gt;findLast&lt;/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findLast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4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8" name="Google Shape;238;p39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Último valor que bate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findLastIndex()</a:t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&gt;findLastIndex&lt;/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findLastIndex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FFB86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2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" name="Google Shape;245;p40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Último índice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sort()</a:t>
            </a:r>
            <a:endParaRPr/>
          </a:p>
        </p:txBody>
      </p:sp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&gt;sort&lt;/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sort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[1, 3, 4, 5]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2" name="Google Shape;252;p41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Ordena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reverse()</a:t>
            </a:r>
            <a:endParaRPr/>
          </a:p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&gt;reverse&lt;/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reverse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[1, 2, 3, 4]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9" name="Google Shape;259;p42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Inverte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toSorted()</a:t>
            </a:r>
            <a:endParaRPr/>
          </a:p>
        </p:txBody>
      </p:sp>
      <p:sp>
        <p:nvSpPr>
          <p:cNvPr id="265" name="Google Shape;265;p43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&gt;toSorted&lt;/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toSorted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[1, 2, 3, 4]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6" name="Google Shape;266;p43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Ordena sem alterar original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toReversed()</a:t>
            </a:r>
            <a:endParaRPr/>
          </a:p>
        </p:txBody>
      </p:sp>
      <p:sp>
        <p:nvSpPr>
          <p:cNvPr id="272" name="Google Shape;272;p44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&gt;toReversed&lt;/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(arr.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toReversed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[1, 2, 5, 3, 4]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3" name="Google Shape;273;p44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Inverte sem alterar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Math.min()</a:t>
            </a:r>
            <a:endParaRPr/>
          </a:p>
        </p:txBody>
      </p:sp>
      <p:sp>
        <p:nvSpPr>
          <p:cNvPr id="279" name="Google Shape;279;p45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&gt;Math.min&lt;/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arr));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1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0" name="Google Shape;280;p45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Valor </a:t>
            </a:r>
            <a:r>
              <a:rPr lang="pt-BR" sz="1800">
                <a:solidFill>
                  <a:schemeClr val="dk2"/>
                </a:solidFill>
              </a:rPr>
              <a:t>mínimo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Método </a:t>
            </a:r>
            <a:r>
              <a:rPr lang="pt-BR"/>
              <a:t>Math.max()</a:t>
            </a:r>
            <a:endParaRPr/>
          </a:p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281700" y="1499575"/>
            <a:ext cx="8520600" cy="31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pt-br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UTF-8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viewport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1FA8C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width=device-width, initial-scale=1.0</a:t>
            </a:r>
            <a:r>
              <a:rPr lang="pt-BR" sz="1450">
                <a:solidFill>
                  <a:srgbClr val="E9F28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&gt;Math.max&lt;/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arr 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>
                <a:solidFill>
                  <a:srgbClr val="BD93F9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450">
                <a:solidFill>
                  <a:srgbClr val="50FA7B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arr)); </a:t>
            </a:r>
            <a:r>
              <a:rPr lang="pt-BR" sz="1450">
                <a:solidFill>
                  <a:srgbClr val="6272A4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// 5</a:t>
            </a:r>
            <a:endParaRPr sz="1450">
              <a:solidFill>
                <a:srgbClr val="6272A4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  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pt-BR" sz="1450">
                <a:solidFill>
                  <a:srgbClr val="FF79C6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pt-BR" sz="1450">
                <a:solidFill>
                  <a:srgbClr val="F8F8F2"/>
                </a:solidFill>
                <a:highlight>
                  <a:srgbClr val="282A36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7" name="Google Shape;287;p46"/>
          <p:cNvSpPr txBox="1"/>
          <p:nvPr/>
        </p:nvSpPr>
        <p:spPr>
          <a:xfrm>
            <a:off x="311700" y="967225"/>
            <a:ext cx="7366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Valor </a:t>
            </a:r>
            <a:r>
              <a:rPr lang="pt-BR" sz="1800">
                <a:solidFill>
                  <a:schemeClr val="dk2"/>
                </a:solidFill>
              </a:rPr>
              <a:t>máximo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